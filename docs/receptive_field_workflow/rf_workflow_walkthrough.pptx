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3383280"/>
            <a:ext cx="2194560" cy="762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How a Receptive Field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C9D2E0"/>
                </a:solidFill>
                <a:latin typeface="Segoe UI"/>
              </a:rPr>
              <a:t>A walkthrough of the receptive-field mapping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A96AB"/>
                </a:solidFill>
                <a:latin typeface="Segoe UI"/>
              </a:rPr>
              <a:t>Worked example: session 2022-06-17_ST16-02 (ST16-02)   ·   microneurography + psychophysics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What we are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Segoe UI"/>
              </a:rPr>
              <a:t>A neuron is one microneurography unit. Every millisecond we know its </a:t>
            </a:r>
            <a:r>
              <a:rPr sz="1800" b="1" i="0">
                <a:solidFill>
                  <a:srgbClr val="222222"/>
                </a:solidFill>
                <a:latin typeface="Segoe UI"/>
              </a:rPr>
              <a:t>instantaneous firing frequency (IFF)</a:t>
            </a:r>
            <a:r>
              <a:rPr sz="1800" b="0" i="0">
                <a:solidFill>
                  <a:srgbClr val="222222"/>
                </a:solidFill>
                <a:latin typeface="Segoe UI"/>
              </a:rPr>
              <a:t> and where the forearm was touched. The </a:t>
            </a:r>
            <a:r>
              <a:rPr sz="1800" b="1" i="0">
                <a:solidFill>
                  <a:srgbClr val="222222"/>
                </a:solidFill>
                <a:latin typeface="Segoe UI"/>
              </a:rPr>
              <a:t>receptive field</a:t>
            </a:r>
            <a:r>
              <a:rPr sz="1800" b="0" i="0">
                <a:solidFill>
                  <a:srgbClr val="222222"/>
                </a:solidFill>
                <a:latin typeface="Segoe UI"/>
              </a:rPr>
              <a:t> is the patch of skin where touch reliably drives the neuron.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2880360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 ·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743200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Segoe UI"/>
              </a:rPr>
              <a:t>Merged CSV → clean per-touch contacts on the forearm; unwrap the 3-D surface to a flat 2-D map.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75888"/>
            <a:ext cx="2880360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675888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 · Reduce a touch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675888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Segoe UI"/>
              </a:rPr>
              <a:t>Each single touch → a sparse per-vertex IFF map.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08576"/>
            <a:ext cx="2880360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08576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 · 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608576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Segoe UI"/>
              </a:rPr>
              <a:t>Average all touches → one smooth heatmap on the 2-D surface.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41264"/>
            <a:ext cx="2880360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541264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 · Define the RF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541264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Segoe UI"/>
              </a:rPr>
              <a:t>Trace a boundary around the responsive region; measure its area, centroid, shape.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0 ·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Inputs &amp;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A44"/>
                </a:solidFill>
                <a:latin typeface="Segoe UI"/>
              </a:rPr>
              <a:t>① the initial merged CSV (contacts, spikes, IFF, IDs per 1 kHz row); ② the input forearm point cloud (17,578 RF-centred vertices); ③ the preprocessing steps; ④ session summary — 755 touches, 280 M contact points, 752 spike touches.</a:t>
            </a:r>
          </a:p>
        </p:txBody>
      </p:sp>
      <p:pic>
        <p:nvPicPr>
          <p:cNvPr id="8" name="Picture 7" descr="01_raw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152" y="1783080"/>
            <a:ext cx="6405215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Merged CSV (1 kHz) + forearm point cloud → grouped, de-duplicated, snapped per-touch contacts.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0 ·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Unwrapping the forearm (SLIM UV)</a:t>
            </a:r>
          </a:p>
        </p:txBody>
      </p:sp>
      <p:pic>
        <p:nvPicPr>
          <p:cNvPr id="7" name="Picture 6" descr="02_slim_unw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17370"/>
            <a:ext cx="7452360" cy="37261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126480"/>
            <a:ext cx="7452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Left: 3-D forearm mesh. Right: the same mesh flattened to the UV plane — every later figure lives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63040"/>
            <a:ext cx="3886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The forearm is curved — area &amp; boundaries are easier on a flat map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run_slim_pipeline_core builds + cleans a mesh, then flattens it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Every vertex gets a 2-D (U, V) coordinate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IFF-weighted centroid = origin, so the RF sits near (0, 0)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–  Cached once per session as &lt;session&gt;_slim_uv.npz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1 · INSIDE ONE TOUCH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Frame by frame — the RF in miniature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A44"/>
                </a:solidFill>
                <a:latin typeface="Segoe UI"/>
              </a:rPr>
              <a:t>The fingertip sweeps proximally; the neuron fires at ~5 Hz (frames 1–3), climbs to 22 Hz (frame 4), spikes to 79 Hz (frame 5), then drops to 3 Hz (frame 6). It responds strongly only where the contact crosses one patch of skin — that patch is the receptive field.</a:t>
            </a:r>
          </a:p>
        </p:txBody>
      </p:sp>
      <p:pic>
        <p:nvPicPr>
          <p:cNvPr id="8" name="Picture 7" descr="03a_touch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75134"/>
            <a:ext cx="11521440" cy="2730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Touch #166 = 200 frames at 1 kHz, but contact updates at ~30 Hz → 6 contact frames.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1 · INSIDE ONE TOUCH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Grouping &amp; averaging (mean)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A44"/>
                </a:solidFill>
                <a:latin typeface="Segoe UI"/>
              </a:rPr>
              <a:t>Left: Σ IFF per vertex. Middle: how many of the 200 frames touched each vertex. Right: mean = Σ / count — the 576-value sparse map. The bright core is where the high-IFF frame 5 landed.</a:t>
            </a:r>
          </a:p>
        </p:txBody>
      </p:sp>
      <p:pic>
        <p:nvPicPr>
          <p:cNvPr id="8" name="Picture 7" descr="03b_grouping_avera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99572"/>
            <a:ext cx="11521440" cy="36818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_compute_touch_rf: each vertex accumulates IFF over the frames that touch it, then Σ ÷ 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1 · INSIDE ONE TOUCH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This touch's attributes</a:t>
            </a:r>
          </a:p>
        </p:txBody>
      </p:sp>
      <p:pic>
        <p:nvPicPr>
          <p:cNvPr id="7" name="Picture 6" descr="03c_attrib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79" y="1325880"/>
            <a:ext cx="554360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73736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 Every touch carries stimulus + kinematic context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 Instructed: light, one-finger-tip proximal stroke @ 18 cm/s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 Measured: ~210 mm/s, 6.7 mm depth, 187 mm² area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 Skin mechanics: ~448 kPa stress (MoS model)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 Neuron: 20 Hz mean, 282 Hz peak over the touch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Segoe UI"/>
              </a:rPr>
              <a:t>–  Used later to relate RF responses to how the skin was touched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2 · AGGREGATE TOUCHES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Averaging into one heatmap</a:t>
            </a:r>
          </a:p>
        </p:txBody>
      </p:sp>
      <p:pic>
        <p:nvPicPr>
          <p:cNvPr id="7" name="Picture 6" descr="04_aggre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43383"/>
            <a:ext cx="7452360" cy="3474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126480"/>
            <a:ext cx="7452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ST16-02 over all 755 touches (threshold = 189 touches). Left: per-vertex averages; right: interpolated grid_z with the fitted RF boundary (red) and centroid (+).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63040"/>
            <a:ext cx="3886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compute_rf_heatmap averages each vertex across all touches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25% overlap threshold drops fringe vertices (few touches)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Island cleanup keeps the blob containing the peak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PCA-align, then interpolate to a smooth 150×150 grid (grid_z)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–  This grid IS the neuron's response field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3 · DEFINE THE 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Radial “foot of the mountain” boundary</a:t>
            </a:r>
          </a:p>
        </p:txBody>
      </p:sp>
      <p:pic>
        <p:nvPicPr>
          <p:cNvPr id="7" name="Picture 6" descr="05_boundary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27885"/>
            <a:ext cx="7452360" cy="3105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126480"/>
            <a:ext cx="7452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Left: IFF field with the red radial-foot contour and peak (×). Right: the Hessian λmax field the rays are traced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63040"/>
            <a:ext cx="3886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Treat the heatmap as a hill; the RF edge is where it flattens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compute_radial_foot_boundary uses the Hessian λmax field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Rays from the peak stop at the first concave-up point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Curve is clipped to the actually-touched footprint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–  Alternatives: gradient-ridge &amp; inflection (Laplacian)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3 · IN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Hessian λmax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A44"/>
                </a:solidFill>
                <a:latin typeface="Segoe UI"/>
              </a:rPr>
              <a:t>λmax &lt; 0 over the concave-down dome (blue), &gt; 0 at the concave-up foot (red ring). The RF edge is that sign flip — not a fixed IFF threshold — so it adapts to each neuron's dome shape.</a:t>
            </a:r>
          </a:p>
        </p:txBody>
      </p:sp>
      <p:pic>
        <p:nvPicPr>
          <p:cNvPr id="8" name="Picture 7" descr="05a_hessian_l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213" y="1783080"/>
            <a:ext cx="9107093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λmax = larger principal curvature of the Gaussian-smoothed IFF surface (gauss σ=8, Hessian σ=5).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3 · IN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Contour selection — footprint envelope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A44"/>
                </a:solidFill>
                <a:latin typeface="Segoe UI"/>
              </a:rPr>
              <a:t>One-radius-per-angle chords bulge into non-painted cells where the footprint is concave (left, orange). Pass 2 intersects with grid_z &gt; 0, keeps the peak's connected component, and re-traces it (right, green) — fail-fast, no fallback ring.</a:t>
            </a:r>
          </a:p>
        </p:txBody>
      </p:sp>
      <p:pic>
        <p:nvPicPr>
          <p:cNvPr id="8" name="Picture 7" descr="05c_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002" y="1783080"/>
            <a:ext cx="8239515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The star-convex radial curve is clipped to the painted footprint (grid_z &gt; 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STAGE 3 · DEFINE THE 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receptive field &amp; its metrics</a:t>
            </a:r>
          </a:p>
        </p:txBody>
      </p:sp>
      <p:pic>
        <p:nvPicPr>
          <p:cNvPr id="7" name="Picture 6" descr="06_rf_ou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698" y="1325880"/>
            <a:ext cx="4335043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126480"/>
            <a:ext cx="7452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The final receptive field for ST16-02: red outline on the interpolated heatmap (cropped, on the skin texture), iso-IFF contour lines inside.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63040"/>
            <a:ext cx="3886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From the closed contour the pipeline derives: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–  Area in real mm² (mapped back via uv_points_to_xyz)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–  Perimeter, circularity, centroid, peak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Segoe UI"/>
              </a:rPr>
              <a:t>–  PCA ellipse: major/minor axis + orientation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Saved to &lt;session&gt;_population_response_fields.npz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Where this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Segoe UI"/>
              </a:rPr>
              <a:t>DAG tasks in configs/analyse_workflow_processing_dag.yaml, chained by dependency: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4846320" cy="65836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663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touch_prepare_sessions  +  touch_compute_series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965960"/>
            <a:ext cx="5852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Segoe UI"/>
              </a:rPr>
              <a:t>clean CSVs, kinematics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877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06A2B"/>
                </a:solidFill>
                <a:latin typeface="Segoe U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4846320" cy="65836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4663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spatial_map_single_touch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788920"/>
            <a:ext cx="5852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Segoe UI"/>
              </a:rPr>
              <a:t>Stage 1 — single_touch_rf_maps_*.npz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1071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06A2B"/>
                </a:solidFill>
                <a:latin typeface="Segoe U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4846320" cy="65836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4663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spatial_precompute_slim_uv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611880"/>
            <a:ext cx="5852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Segoe UI"/>
              </a:rPr>
              <a:t>Stage 0 — &lt;session&gt;_slim_uv.npz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2336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06A2B"/>
                </a:solidFill>
                <a:latin typeface="Segoe U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34840"/>
            <a:ext cx="4846320" cy="65836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4663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spatial_extract_boundaries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434840"/>
            <a:ext cx="5852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Segoe UI"/>
              </a:rPr>
              <a:t>Stages 2 &amp; 3 — population_response_fields.npz + PNGs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0566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06A2B"/>
                </a:solidFill>
                <a:latin typeface="Segoe U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57800"/>
            <a:ext cx="4846320" cy="65836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57800"/>
            <a:ext cx="4663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spatial_extract_rf_profiles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257800"/>
            <a:ext cx="5852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Segoe UI"/>
              </a:rPr>
              <a:t>Stage 4 — 1-D profiles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66666"/>
                </a:solidFill>
                <a:latin typeface="Segoe UI"/>
              </a:rPr>
              <a:t>Key options on spatial_extract_boundaries:  iff_metric=mean · min_overlap_pct=25 · boundary_method=radial · flip_u=true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1167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Basil Duvernoy</cp:lastModifiedBy>
  <cp:revision>2</cp:revision>
  <dcterms:created xsi:type="dcterms:W3CDTF">2013-01-27T09:14:16Z</dcterms:created>
  <dcterms:modified xsi:type="dcterms:W3CDTF">2026-07-17T16:06:43Z</dcterms:modified>
  <cp:category/>
</cp:coreProperties>
</file>