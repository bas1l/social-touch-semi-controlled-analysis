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383280"/>
            <a:ext cx="2194560" cy="76200"/>
          </a:xfrm>
          <a:prstGeom prst="rect">
            <a:avLst/>
          </a:prstGeom>
          <a:solidFill>
            <a:srgbClr val="E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Extracting the RF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118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C9D2E0"/>
                </a:solidFill>
                <a:latin typeface="Segoe UI"/>
              </a:rPr>
              <a:t>The spatial_extract_boundaries step — the radial “foot of mountain”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8A96AB"/>
                </a:solidFill>
                <a:latin typeface="Segoe UI"/>
              </a:rPr>
              <a:t>Worked example: session 2022-06-17_ST16-02 (ST16-02)   ·   gesture = all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06A2B"/>
                </a:solidFill>
                <a:latin typeface="Segoe UI Semibold"/>
              </a:rP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How grid_z is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Segoe UI"/>
              </a:rPr>
              <a:t>The boundary method consumes one 2-D field, </a:t>
            </a:r>
            <a:r>
              <a:rPr sz="1800" b="1" i="0">
                <a:solidFill>
                  <a:srgbClr val="222222"/>
                </a:solidFill>
                <a:latin typeface="Consolas"/>
              </a:rPr>
              <a:t>grid_z</a:t>
            </a:r>
            <a:r>
              <a:rPr sz="1800" b="0" i="0">
                <a:solidFill>
                  <a:srgbClr val="222222"/>
                </a:solidFill>
                <a:latin typeface="Segoe UI"/>
              </a:rPr>
              <a:t> — a 150×150 mean-IFF heatmap on the flattened forearm surface, NaN outside the touched footprint.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11155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Segoe UI"/>
              </a:rPr>
              <a:t>•  Per-vertex mean IFF across the gesture's touches — iff_metric: mean (compute_rf_heatmap)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Segoe UI"/>
              </a:rPr>
              <a:t>•  Coverage threshold — drop vertices touched by &lt; min_overlap_pct % (25%)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Segoe UI"/>
              </a:rPr>
              <a:t>•  SLIM UV flattening — unwrap the curved mesh to a flat (U,V) plane; PCA-aligned so the RF long axis is horizontal; flip_u: true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Segoe UI"/>
              </a:rPr>
              <a:t>•  Harmonic interpolation onto the 150×150 grid (igl.harmonic, ∇²z = 0); median_filter_size: null (disabled)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Segoe UI"/>
              </a:rPr>
              <a:t>•  Island cleanup — keep only the blob containing the peak → grid_z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06A2B"/>
                </a:solidFill>
                <a:latin typeface="Segoe UI Semibold"/>
              </a:rPr>
              <a:t>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The radial-foot subprocesses, in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2A44"/>
                </a:solidFill>
                <a:latin typeface="Segoe UI"/>
              </a:rPr>
              <a:t>Build the λmax field (steps 2–4) → trace the foot per ray (5–6) → clip to the footprint &amp; measure (7–8). The foot is the crest of the first positive-λmax plateau — a curvature landmark a step past the λmax=0 inflection — so the edge adapts to the dome, no fixed IFF threshold.</a:t>
            </a:r>
          </a:p>
        </p:txBody>
      </p:sp>
      <p:pic>
        <p:nvPicPr>
          <p:cNvPr id="8" name="Picture 7" descr="bd_01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25" y="1783080"/>
            <a:ext cx="10207869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666666"/>
                </a:solidFill>
                <a:latin typeface="Segoe UI"/>
              </a:rPr>
              <a:t>Smoothing comes first (Gaussian, σ=8), then the Hessian (σ=5), then the rays, then the footprint clip (σ=1.5).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06A2B"/>
                </a:solidFill>
                <a:latin typeface="Segoe UI Semibold"/>
              </a:rPr>
              <a:t>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One grid_z through the subprocess 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2A44"/>
                </a:solidFill>
                <a:latin typeface="Segoe UI"/>
              </a:rPr>
              <a:t>λmax is negative (blue) over the concave-down dome and positive (red) on the concave-up flank; the red contour tracks the crest of the first positive-λmax plateau, then is clipped to the painted footprint.</a:t>
            </a:r>
          </a:p>
        </p:txBody>
      </p:sp>
      <p:pic>
        <p:nvPicPr>
          <p:cNvPr id="8" name="Picture 7" descr="bd_02_fiel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378509"/>
            <a:ext cx="11521440" cy="29239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666666"/>
                </a:solidFill>
                <a:latin typeface="Segoe UI"/>
              </a:rPr>
              <a:t>grid_z → Gaussian-smoothed (σ=8) → Hessian λmax (σ=5) with the contour → final foot contour on the heatmap.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06A2B"/>
                </a:solidFill>
                <a:latin typeface="Segoe UI Semibold"/>
              </a:rPr>
              <a:t>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One of the 360 cast rays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2A44"/>
                </a:solidFill>
                <a:latin typeface="Segoe UI"/>
              </a:rPr>
              <a:t>The boundary is a curvature landmark, not an IFF threshold: on each ray the foot is the centre of the first λmax &gt; 0 plateau — the crest of the concave-up ridge, a step past the λmax=0 inflection, not the sign-flip itself.</a:t>
            </a:r>
          </a:p>
        </p:txBody>
      </p:sp>
      <p:pic>
        <p:nvPicPr>
          <p:cNvPr id="8" name="Picture 7" descr="bd_04_ray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62" y="1783080"/>
            <a:ext cx="10048395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666666"/>
                </a:solidFill>
                <a:latin typeface="Segoe UI"/>
              </a:rPr>
              <a:t>Left: the Hessian λmax heatmap with one ray from the peak. Right: λmax along that ray — negative (dome cap) → zero (inflection) → positive crest; the traced contour sits at the crest of the first positive-λmax plateau, a step past the zero-crossing.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06A2B"/>
                </a:solidFill>
                <a:latin typeface="Segoe UI Semibold"/>
              </a:rPr>
              <a:t>CONFIG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The actual parameter values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F2A44"/>
                </a:solidFill>
                <a:latin typeface="Consolas"/>
              </a:rPr>
              <a:t>configs/analyse_workflow_processing_dag.yaml · spatial_extract_boundaries: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881360" cy="2926080"/>
          </a:xfrm>
          <a:prstGeom prst="rect">
            <a:avLst/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105156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E6EAF2"/>
                </a:solidFill>
                <a:latin typeface="Consolas"/>
              </a:rPr>
              <a:t>neuron_mode: iff        iff_metric: mean        min_overlap_pct: 25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E6EAF2"/>
                </a:solidFill>
                <a:latin typeface="Consolas"/>
              </a:rPr>
              <a:t>median_filter_size:     # null (disabled)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E6EAF2"/>
                </a:solidFill>
                <a:latin typeface="Consolas"/>
              </a:rPr>
              <a:t>flip_u: true            cmap: inferno           contour_color: red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E6EAF2"/>
                </a:solidFill>
                <a:latin typeface="Consolas"/>
              </a:rPr>
              <a:t>boundary_method: radial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E6EAF2"/>
                </a:solidFill>
                <a:latin typeface="Consolas"/>
              </a:rPr>
              <a:t>radial_gauss_sigma: 8.0            # step 2 · Gaussian pre-smooth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E6EAF2"/>
                </a:solidFill>
                <a:latin typeface="Consolas"/>
              </a:rPr>
              <a:t>radial_hess_sigma: 5.0             # step 4 · Hessian derivative kernel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E6EAF2"/>
                </a:solidFill>
                <a:latin typeface="Consolas"/>
              </a:rPr>
              <a:t>radial_envelope_smooth_sigma: 1.5  # step 7 · footprint envelope smooth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2920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1F2A44"/>
                </a:solidFill>
                <a:latin typeface="Consolas"/>
              </a:rPr>
              <a:t>inflection_sigma: 5.0</a:t>
            </a:r>
            <a:r>
              <a:rPr sz="1400" b="0" i="0">
                <a:solidFill>
                  <a:srgbClr val="222222"/>
                </a:solidFill>
                <a:latin typeface="Segoe UI"/>
              </a:rPr>
              <a:t> is present in the config but is </a:t>
            </a:r>
            <a:r>
              <a:rPr sz="1400" b="1" i="0">
                <a:solidFill>
                  <a:srgbClr val="222222"/>
                </a:solidFill>
                <a:latin typeface="Segoe UI"/>
              </a:rPr>
              <a:t>not consumed by the radial path</a:t>
            </a:r>
            <a:r>
              <a:rPr sz="1400" b="0" i="0">
                <a:solidFill>
                  <a:srgbClr val="222222"/>
                </a:solidFill>
                <a:latin typeface="Segoe UI"/>
              </a:rPr>
              <a:t> — it only drives side-computed comparison markers.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1">
                <a:solidFill>
                  <a:srgbClr val="666666"/>
                </a:solidFill>
                <a:latin typeface="Segoe UI"/>
              </a:rPr>
              <a:t>Setting inflection_sigma: null disables boundary computation entirely.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06A2B"/>
                </a:solidFill>
                <a:latin typeface="Segoe UI Semibold"/>
              </a:rPr>
              <a:t>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The boundary → the RF metrics</a:t>
            </a:r>
          </a:p>
        </p:txBody>
      </p:sp>
      <p:pic>
        <p:nvPicPr>
          <p:cNvPr id="7" name="Picture 6" descr="bd_03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312" y="1325880"/>
            <a:ext cx="6325815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" y="6126480"/>
            <a:ext cx="7452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666666"/>
                </a:solidFill>
                <a:latin typeface="Segoe UI"/>
              </a:rPr>
              <a:t>The final radial RF boundary on ST16-02 (peak ×, centroid +), with the derived metrics annotated.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1463040"/>
            <a:ext cx="3886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Segoe UI"/>
              </a:rPr>
              <a:t>•  The closed contour yields: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  <a:latin typeface="Segoe UI"/>
              </a:rPr>
              <a:t>–  area — shoelace polygon area in UV mm²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  <a:latin typeface="Segoe UI"/>
              </a:rPr>
              <a:t>–  perimeter — summed segment lengths (UV mm)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  <a:latin typeface="Segoe UI"/>
              </a:rPr>
              <a:t>–  centroid — polygon centroid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  <a:latin typeface="Segoe UI"/>
              </a:rPr>
              <a:t>–  circularity — 4·π·area / perimeter²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  <a:latin typeface="Segoe UI"/>
              </a:rPr>
              <a:t>–  PCA ellipse — major/minor axis + orientation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Segoe UI"/>
              </a:rPr>
              <a:t>•  Written to &lt;session&gt;_population_response_fields.npz under the boundary_ prefix (+ a boundary_method key)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Segoe UI"/>
              </a:rPr>
              <a:t>•  Consumed by spatial_extract_rf_profiles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06A2B"/>
                </a:solidFill>
                <a:latin typeface="Segoe UI Semibold"/>
              </a:rPr>
              <a:t>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Where it runs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10698480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onsolas"/>
              </a:rPr>
              <a:t>spatial_map_single_touch  +  spatial_precompute_slim_uv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97480"/>
            <a:ext cx="10698480" cy="731520"/>
          </a:xfrm>
          <a:prstGeom prst="rect">
            <a:avLst/>
          </a:prstGeom>
          <a:solidFill>
            <a:srgbClr val="E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97480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onsolas"/>
              </a:rPr>
              <a:t>spatial_extract_boundaries   ← this step (grid_z → radial boundary + metrics)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57600"/>
            <a:ext cx="10698480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onsolas"/>
              </a:rPr>
              <a:t>spatial_extract_rf_profiles   (consumes the active boundary contour)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93776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F2A44"/>
                </a:solidFill>
                <a:latin typeface="Segoe UI"/>
              </a:rPr>
              <a:t>Run:  </a:t>
            </a:r>
            <a:r>
              <a:rPr sz="1600" b="0" i="0">
                <a:solidFill>
                  <a:srgbClr val="222222"/>
                </a:solidFill>
                <a:latin typeface="Consolas"/>
              </a:rPr>
              <a:t>python scripts/analysis_workflow_processing.py</a:t>
            </a:r>
            <a:r>
              <a:rPr sz="1600" b="0" i="0">
                <a:solidFill>
                  <a:srgbClr val="222222"/>
                </a:solidFill>
                <a:latin typeface="Segoe UI"/>
              </a:rPr>
              <a:t>   — or the GUI runner.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1">
                <a:solidFill>
                  <a:srgbClr val="666666"/>
                </a:solidFill>
                <a:latin typeface="Segoe UI"/>
              </a:rPr>
              <a:t>Full write-up: docs/spatial_extract_boundaries/README.md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